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GPU Vector Operations</a:t>
            </a:r>
          </a:p>
          <a:p>
            <a:r>
              <a:t>(Addition and Multiplication)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Comparing CUDA Parallel Execution vs. CPU Sequential Execution</a:t>
            </a:r>
          </a:p>
          <a:p/>
          <a:p>
            <a:r>
              <a:t>Aditya R Gavimath (01FE24BCI120)</a:t>
            </a:r>
          </a:p>
          <a:p>
            <a:r>
              <a:t>Manasa B Vasare (01FE24BCI113)</a:t>
            </a:r>
          </a:p>
          <a:p>
            <a:r>
              <a:t>Renuka Kagadal (01FE24BCI119)</a:t>
            </a:r>
          </a:p>
          <a:p/>
          <a:p>
            <a:r>
              <a:t>KLE Technological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Languages: C++ for sequential logic, CUDA for GPU parallelization.</a:t>
            </a:r>
          </a:p>
          <a:p>
            <a:pPr>
              <a:defRPr sz="1800"/>
            </a:pPr>
            <a:r>
              <a:t>Precision Timers: Used std::chrono for CPU execution and hardware-level cudaEvent_t for GPU timing.</a:t>
            </a:r>
          </a:p>
          <a:p>
            <a:pPr>
              <a:defRPr sz="1800"/>
            </a:pPr>
            <a:r>
              <a:t>Fair Benchmarking: Launched a 'dummy' warm-up kernel before timing to prevent initialization overhead from skewing results.</a:t>
            </a:r>
          </a:p>
          <a:p>
            <a:pPr>
              <a:defRPr sz="1800"/>
            </a:pPr>
            <a:r>
              <a:t>Correctness Verification: Validated GPU outputs against CPU outputs using a strict 1e-4 tolerance.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Time vs. Vector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defRPr sz="1800"/>
            </a:pPr>
            <a:r>
              <a:t>Small Vectors (N = 1,000): CPU outperforms the GPU, overhead of launching kernels outweighs benefits.</a:t>
            </a:r>
          </a:p>
          <a:p>
            <a:pPr>
              <a:defRPr sz="1800"/>
            </a:pPr>
            <a:r>
              <a:t>Medium Vectors (N = 100,000): GPU begins to catch up, multiplication ~2x faster than CPU.</a:t>
            </a:r>
          </a:p>
          <a:p>
            <a:pPr>
              <a:defRPr sz="1800"/>
            </a:pPr>
            <a:r>
              <a:t>Large Vectors (N = 1,000,000+): GPU drastically outperforms CPU, addition ~9.6x faster and multiplication ~23.8x faster.</a:t>
            </a:r>
          </a:p>
        </p:txBody>
      </p:sp>
      <p:pic>
        <p:nvPicPr>
          <p:cNvPr id="4" name="Picture 3" descr="graph1_time_vs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6452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Speedup vs. Vector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defRPr sz="1800"/>
            </a:pPr>
            <a:r>
              <a:t>Scaling Performance: The GPU speedup multiplier grows exponentially as computational workload increases.</a:t>
            </a:r>
          </a:p>
          <a:p>
            <a:pPr>
              <a:defRPr sz="1800"/>
            </a:pPr>
            <a:r>
              <a:t>Peak Performance: At 10,000,000 elements, individual GPU kernels achieved sustained speedups &gt;10x.</a:t>
            </a:r>
          </a:p>
          <a:p>
            <a:pPr>
              <a:defRPr sz="1800"/>
            </a:pPr>
            <a:r>
              <a:t>Workload Complexity: Multiplication yielded higher speedups than addition at mid-range sizes, highlighting GPU efficiency.</a:t>
            </a:r>
          </a:p>
        </p:txBody>
      </p:sp>
      <p:pic>
        <p:nvPicPr>
          <p:cNvPr id="4" name="Picture 3" descr="graph2_speedup_vs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6452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Optimizing Threads per Block (N = 10M)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defRPr sz="1800"/>
            </a:pPr>
            <a:r>
              <a:t>Tested block dimensions of 128, 256, and 512 threads per block.</a:t>
            </a:r>
          </a:p>
          <a:p>
            <a:pPr>
              <a:defRPr sz="1800"/>
            </a:pPr>
            <a:r>
              <a:t>128 Threads: Achieved ~9.9x speedup for both operations.</a:t>
            </a:r>
          </a:p>
          <a:p>
            <a:pPr>
              <a:defRPr sz="1800"/>
            </a:pPr>
            <a:r>
              <a:t>256 Threads: Showed improvement, reaching ~10.7x for addition.</a:t>
            </a:r>
          </a:p>
          <a:p>
            <a:pPr>
              <a:defRPr sz="1800"/>
            </a:pPr>
            <a:r>
              <a:t>512 Threads: Best overall kernel performance, maxing out at ~11.08x speedup for addition and ~10.27x for multiplication.</a:t>
            </a:r>
          </a:p>
        </p:txBody>
      </p:sp>
      <p:pic>
        <p:nvPicPr>
          <p:cNvPr id="4" name="Picture 3" descr="graph3_kernel_vs_thr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6452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Massive Parallel Advantage: GPU kernels successfully reached ~10x to 11x speedups over CPU for large arrays.</a:t>
            </a:r>
          </a:p>
          <a:p>
            <a:pPr>
              <a:defRPr sz="1800"/>
            </a:pPr>
            <a:r>
              <a:t>The Memory Bottleneck: While computation is fast, 'End-to-End' GPU time (including cudaMemcpy PCIe transfers) remains slower than CPU for simple addition.</a:t>
            </a:r>
          </a:p>
          <a:p>
            <a:pPr>
              <a:defRPr sz="1800"/>
            </a:pPr>
            <a:r>
              <a:t>Key Takeaway: GPUs are highly effective for large datasets and complex mathematical operations, but data transfer overhead must be factored into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